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5da136af04651" /><Relationship Type="http://schemas.openxmlformats.org/officeDocument/2006/relationships/extended-properties" Target="/docProps/app.xml" Id="R4c72aa9dcb8e4cb2" /><Relationship Type="http://schemas.openxmlformats.org/officeDocument/2006/relationships/officeDocument" Target="/ppt/presentation.xml" Id="R24578a2743c3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6d8f3571c44001"/>
  </p:sldMasterIdLst>
  <p:notesMasterIdLst>
    <p:notesMasterId xmlns:r="http://schemas.openxmlformats.org/officeDocument/2006/relationships" r:id="Rdc340e8da2f3487b"/>
  </p:notesMasterIdLst>
  <p:sldIdLst>
    <p:sldId xmlns:r="http://schemas.openxmlformats.org/officeDocument/2006/relationships" id="256" r:id="Rb8f5e92db7854832"/>
    <p:sldId xmlns:r="http://schemas.openxmlformats.org/officeDocument/2006/relationships" id="257" r:id="Rc0ecbf3a97a24a7a"/>
    <p:sldId xmlns:r="http://schemas.openxmlformats.org/officeDocument/2006/relationships" id="258" r:id="Rcccd58ce741f4534"/>
    <p:sldId xmlns:r="http://schemas.openxmlformats.org/officeDocument/2006/relationships" id="259" r:id="R256faa4d51404473"/>
    <p:sldId xmlns:r="http://schemas.openxmlformats.org/officeDocument/2006/relationships" id="260" r:id="R45111a937e554cf1"/>
    <p:sldId xmlns:r="http://schemas.openxmlformats.org/officeDocument/2006/relationships" id="261" r:id="Rcdfa56d20e8c410a"/>
    <p:sldId xmlns:r="http://schemas.openxmlformats.org/officeDocument/2006/relationships" id="262" r:id="Rc01561e99c6c415d"/>
    <p:sldId xmlns:r="http://schemas.openxmlformats.org/officeDocument/2006/relationships" id="263" r:id="R28665f8378b64d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98632d66945f5" /><Relationship Type="http://schemas.openxmlformats.org/officeDocument/2006/relationships/slideMaster" Target="/ppt/slideMasters/slideMaster1.xml" Id="R286d8f3571c44001" /><Relationship Type="http://schemas.openxmlformats.org/officeDocument/2006/relationships/notesMaster" Target="/ppt/notesMasters/notesMaster1.xml" Id="Rdc340e8da2f3487b" /><Relationship Type="http://schemas.openxmlformats.org/officeDocument/2006/relationships/presProps" Target="/ppt/presProps.xml" Id="R1100f7b3acc6432c" /><Relationship Type="http://schemas.openxmlformats.org/officeDocument/2006/relationships/tableStyles" Target="/ppt/tableStyles.xml" Id="R230da80011634d42" /><Relationship Type="http://schemas.openxmlformats.org/officeDocument/2006/relationships/slide" Target="/ppt/slides/slide1.xml" Id="Rb8f5e92db7854832" /><Relationship Type="http://schemas.openxmlformats.org/officeDocument/2006/relationships/slide" Target="/ppt/slides/slide2.xml" Id="Rc0ecbf3a97a24a7a" /><Relationship Type="http://schemas.openxmlformats.org/officeDocument/2006/relationships/slide" Target="/ppt/slides/slide3.xml" Id="Rcccd58ce741f4534" /><Relationship Type="http://schemas.openxmlformats.org/officeDocument/2006/relationships/slide" Target="/ppt/slides/slide4.xml" Id="R256faa4d51404473" /><Relationship Type="http://schemas.openxmlformats.org/officeDocument/2006/relationships/slide" Target="/ppt/slides/slide5.xml" Id="R45111a937e554cf1" /><Relationship Type="http://schemas.openxmlformats.org/officeDocument/2006/relationships/slide" Target="/ppt/slides/slide6.xml" Id="Rcdfa56d20e8c410a" /><Relationship Type="http://schemas.openxmlformats.org/officeDocument/2006/relationships/slide" Target="/ppt/slides/slide7.xml" Id="Rc01561e99c6c415d" /><Relationship Type="http://schemas.openxmlformats.org/officeDocument/2006/relationships/slide" Target="/ppt/slides/slide8.xml" Id="R28665f8378b6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87ff8e78649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3725a09924c72" /><Relationship Type="http://schemas.openxmlformats.org/officeDocument/2006/relationships/notesMaster" Target="/ppt/notesMasters/notesMaster1.xml" Id="Rfa9e576194fd48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35402c2904d02" /><Relationship Type="http://schemas.openxmlformats.org/officeDocument/2006/relationships/notesMaster" Target="/ppt/notesMasters/notesMaster1.xml" Id="R5069b8b3f720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9846355ab40bd" /><Relationship Type="http://schemas.openxmlformats.org/officeDocument/2006/relationships/notesMaster" Target="/ppt/notesMasters/notesMaster1.xml" Id="R2b116dcb4c5a40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1a2f940c474532" /><Relationship Type="http://schemas.openxmlformats.org/officeDocument/2006/relationships/notesMaster" Target="/ppt/notesMasters/notesMaster1.xml" Id="Ra537fdac07bf4e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21ff1734a48be" /><Relationship Type="http://schemas.openxmlformats.org/officeDocument/2006/relationships/notesMaster" Target="/ppt/notesMasters/notesMaster1.xml" Id="R0ae0a6b2974746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a2cb612574f92" /><Relationship Type="http://schemas.openxmlformats.org/officeDocument/2006/relationships/notesMaster" Target="/ppt/notesMasters/notesMaster1.xml" Id="R74ef595494f441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0524114b3a4359" /><Relationship Type="http://schemas.openxmlformats.org/officeDocument/2006/relationships/notesMaster" Target="/ppt/notesMasters/notesMaster1.xml" Id="R9ab43b72ddbb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86f34ecee04237" /><Relationship Type="http://schemas.openxmlformats.org/officeDocument/2006/relationships/notesMaster" Target="/ppt/notesMasters/notesMaster1.xml" Id="Rbe6a1417ae97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c008b712d45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d57e2615e41b5" /><Relationship Type="http://schemas.openxmlformats.org/officeDocument/2006/relationships/slideLayout" Target="/ppt/slideLayouts/slideLayout1.xml" Id="Ra30d7d073222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d7d073222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035421ce48bc" /><Relationship Type="http://schemas.openxmlformats.org/officeDocument/2006/relationships/notesSlide" Target="/ppt/notesSlides/notesSlide1.xml" Id="R603143a336a4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8e7667ad04828" /><Relationship Type="http://schemas.openxmlformats.org/officeDocument/2006/relationships/notesSlide" Target="/ppt/notesSlides/notesSlide2.xml" Id="R5d61bdd2a0fe48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bc3345d3c411b" /><Relationship Type="http://schemas.openxmlformats.org/officeDocument/2006/relationships/notesSlide" Target="/ppt/notesSlides/notesSlide3.xml" Id="R3572560ce1b2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828729ccd45b0" /><Relationship Type="http://schemas.openxmlformats.org/officeDocument/2006/relationships/chart" Target="/ppt/slides/charts/chart1.xml" Id="Rfd7202888c984ec5" /><Relationship Type="http://schemas.openxmlformats.org/officeDocument/2006/relationships/notesSlide" Target="/ppt/notesSlides/notesSlide4.xml" Id="Re8b777713dc5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ce6d7898648c2" /><Relationship Type="http://schemas.openxmlformats.org/officeDocument/2006/relationships/chart" Target="/ppt/slides/charts/chart2.xml" Id="Rdc3a79b07eab4fc7" /><Relationship Type="http://schemas.openxmlformats.org/officeDocument/2006/relationships/notesSlide" Target="/ppt/notesSlides/notesSlide5.xml" Id="R7154ae31db54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f634cb36b4a64" /><Relationship Type="http://schemas.openxmlformats.org/officeDocument/2006/relationships/notesSlide" Target="/ppt/notesSlides/notesSlide6.xml" Id="R9402871c0c754d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68ea08dbd45a4" /><Relationship Type="http://schemas.openxmlformats.org/officeDocument/2006/relationships/chart" Target="/ppt/slides/charts/chart3.xml" Id="R41d5a00b6d5a4ee8" /><Relationship Type="http://schemas.openxmlformats.org/officeDocument/2006/relationships/notesSlide" Target="/ppt/notesSlides/notesSlide7.xml" Id="R5f92d1d1df8b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3ac3807f4b67" /><Relationship Type="http://schemas.openxmlformats.org/officeDocument/2006/relationships/notesSlide" Target="/ppt/notesSlides/notesSlide8.xml" Id="Rc9a43e3044ae4e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Plan</c:v>
                </c:pt>
                <c:pt idx="1">
                  <c:v>Do</c:v>
                </c:pt>
                <c:pt idx="2">
                  <c:v>Check</c:v>
                </c:pt>
                <c:pt idx="3">
                  <c:v>Act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6985C-48CD-4090-9A4C-1525869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20832-FBCE-4393-943A-D445ED68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6B2F2-A1FC-4778-BAE8-99E20B9F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87D81-AD11-4EF8-9580-AFE10E3E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067825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10259-F0EC-4467-940C-0605274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15C0C-2AEA-4428-A231-91C9F86B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32CA7-6D66-4B80-B67F-C5A8583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24A88-CC3D-43EF-8EA5-7D86D6C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18A75-4509-4583-9BA0-AF38C04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93E86-6D0A-4F17-BF37-B5C94F4E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0E7AD-CAD3-401D-89F3-63015BC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1100778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64B25-6E9F-4199-AA58-0246AB2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DC2C8-1026-4A2F-AD48-47042DC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756DE-3608-4126-A35F-6B2AE849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E500F-0B01-470B-847F-7094DAF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E2422-BA2F-42B8-84F2-601AE37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248A7-91EF-4029-A2D4-5A17BDD0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EA318-8D4B-4BE2-9DC2-0125E13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7F01D-84E1-42B8-A72E-C1CD32E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204777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8234-B370-411F-AA20-EA5DCD2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disminuye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7202888c984ec5"/>
          </a:graphicData>
        </a:graphic>
      </p:graphicFrame>
    </p:spTree>
    <p:extLst>
      <p:ext uri="{BB962C8B-B14F-4D97-AF65-F5344CB8AC3E}">
        <p14:creationId xmlns:p14="http://schemas.microsoft.com/office/powerpoint/2010/main" val="1616304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F20A3-5A43-41E4-BF11-E8319064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Concentración de fallas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3a79b07eab4fc7"/>
          </a:graphicData>
        </a:graphic>
      </p:graphicFrame>
    </p:spTree>
    <p:extLst>
      <p:ext uri="{BB962C8B-B14F-4D97-AF65-F5344CB8AC3E}">
        <p14:creationId xmlns:p14="http://schemas.microsoft.com/office/powerpoint/2010/main" val="800678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ECB37-08FF-4BDA-A5D7-43990B3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7A27-E5D9-432F-BEA5-33F24E2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281ED-84EE-47FE-8A10-561C7ED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6B406-3481-4226-9599-12666151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34DE4-0EE9-4C89-B280-880F4C02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813803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48F1E-1822-46C9-A508-75BF14B2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A3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d5a00b6d5a4ee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E9FA9-9EE4-4C67-B4E1-9DC6050B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19AF-FFE6-45FC-9E05-8B4E29C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23C86-2F10-4701-A173-3BE3475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985878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60BB0-8E6D-4D46-99AC-F2AC33A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0837-567E-4001-9AAD-CBBDAE2C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30E04-938F-4DD3-87B4-FEB36541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01399-EDB3-4313-8710-3F551C0E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1953B-071E-4A5D-B989-D8905E90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EC93-9DC4-4582-AE8C-2E67C3A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992A8-9FAC-42E2-AF36-B0F0D098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F8853-1EAF-485C-AA39-7224470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1329758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2026-09-24T21:57:35.2130000Z</dcterms:created>
  <dcterms:modified xsi:type="dcterms:W3CDTF">2026-09-24T21:57:35.2130000Z</dcterms:modified>
</coreProperties>
</file>